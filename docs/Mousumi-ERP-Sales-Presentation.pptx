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আজকের প্রেজেন্টেশনের উদ্দেশ্য একটাই — আপনাদের সংস্থা কীভাবে একটা ইন্টিগ্রেটেড সিস্টেমে কর্মী, উপস্থিতি, ছুটি, বেতন, ঋণ, প্রভিডেন্ট ফান্ড, গ্র্যাচুইটি, ফিক্সড অ্যাসেট আর ইনভেন্টরি চালাতে পারে। এটি আলাদা আলাদা এক্সেল বা আলাদা সফটওয়্যার নয়; এক লগইন, এক ডাটাবেস, এক ওয়ার্কফ্লো।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প্রথমে সমস্যা বুঝব, তারপর সিস্টেম দেখাব, তারপর মডিউল ধরে ধরে যাব। শেষে ডেমো ও পরবর্তী ধাপ। প্রশ্ন যেকোনো সময় করতে পারেন।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মাল্টি-ব্রাঞ্চ প্রতিষ্ঠানে সবচেয়ে বড় ক্ষতি হলো ডাটা দ্বৈততা। একজন কর্মী বদলি হলে অ্যাটেনডেন্স ডিভাইস, বেতন স্ট্রাকচার, লোন কিস্তি — সব জায়গায় আলাদা করে আপডেট। আমরা এগুলোকে এক চেইনে বেঁধেছি।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কর্মী একবার এন্ট্রি হলে বাকি মডিউল সেই আইডি ব্যবহার করে। তাই স্যালারি শিটে ভুল PIN, লোনে ভুল ব্রাঞ্চ, PF-এ ভুল ব্যালেন্স — এই ধরনের গ্যাপ কমে।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আন্তর্জাতিক HRIS গুলো পশ্চিমা অফিসের জন্য। আমাদের সিস্টেম শাখা, মাঠকর্মী, প্রবেশন, অবসরকালীন ফাইনাল পেমেন্ট — এই বাস্তবতাকে মাথায় রেখে তৈরি।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এটি কনসেপ্ট নয়, চলমান সিস্টেম। আপনাদের নাম, লোগো, ঠিকানা, শাখা কাঠামো বসিয়ে হোয়াইট-লেবেল করা যায়।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সবচেয়ে বেশি মিল যাদের: অনেক শাখা, ফিল্ড মুভমেন্ট, গ্রেড-ভিত্তিক বেতন, স্টাফ লোন ও PF। সিঙ্গেল অফিস ছোট কোম্পানির জন্যও চলে, কিন্তু মূল শক্তি মাল্টি-ব্রাঞ্চে।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এগুলো মার্কেটিং সংখ্যা নয় — সিস্টেমে আসলেই এতগুলো স্ক্রিন ও রিপোর্ট আছে। ডেমোতে মূল ফ্লো, বাকিটা ইমপ্লিমেন্টেশনে।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রোল অনুযায়ী কিছু মডিউল লক থাকে। অ্যাকাউন্টেন্ট পে-রোল মাস্টার দেখবেন না; শাখা ম্যানেজার শুধু নিজের শাখা; সাধারণ কর্মী শুধু সেলফ-সার্ভিস। রোডম্যাপ টাইল: Recruitment, Training, Store — ওভারসেল করবেন না। ডেমো: /sections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Recruitment এখন রোডম্যাপে। যোগদানের পর থেকে এক্সিট পর্যন্ত পুরো চেইন লাইভ।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শাখা শুধু নাম নয়। ডেমো: Organization Setup → Branches / Zones / Departments / Chart।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HR ফাইল আর সফটওয়্যার এক জায়গায়। একবার এন্ট্রি, সব মডিউল ব্যবহার করে। ডেমো: Employee Create/Edit ট্যাব।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নতুন শাখা খুললে প্রিন্টেড ফর্ম দিয়ে ডাটা সংগ্রহ করে পরে এন্ট্রি — দুটো পথই আছে।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বদলি হলে শুধু শাখার নাম বদলায় না — অ্যাটেনডেন্স স্কোপ, অরগানোগ্রাম ভিজিবিলিটি, পে-রোল ব্রাঞ্চ সেই পোস্টিং অনুসারে চলে।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ছুটির দিন ম্যানুয়ালি অ্যাটেনডেন্সে বসাতে হয় না। ক্যালেন্ডারে দিলে মাসিক শিটে H চলে আসে।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জিওফেন্সের বাইরে পাঞ্চ হয় না। একই ফোন অন্যকে দিয়ে পাঞ্চ করানো ঠেকাতে প্রতি কর্মী প্রতিদিন এক ডিভাইস লক।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হেড অফিস আর শাখার অফিস আওয়ার আলাদা হতে পারে। ডিভাইস SDK পুশ পাথ ডিপ্লয়মেন্টে যাচাই করে নিতে হবে।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একদিনে লিভ থাকলে পাঞ্চ থাকলেও লিভই প্রাধান্য পায়। মুভমেন্ট অ্যাপ্রুভড থাকলে On Duty। ডেমো: Monthly Attendance।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এটি সাধারণ আউটডোর ডিউটি টিক নয়। মাঠকর্মী ঘোরে, কি.মি. হিসাব হয়, বিল ওঠে। পেনাল্টি গেট দিয়ে অসমাপ্ত মুভমেন্ট ঝুলিয়ে রাখা যায় না।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টিম লিডার → ব্রাঞ্চ ম্যানেজার → ঊর্ধ্বতন — এই চেইন সেটিংসে বসানো যায়। আনপেইড লিভ টাইপ পে-রোল কাটার জন্য নিশ্চিত।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প্রমোশনে স্টেপ বদল, প্রবেশনে আলাদা নিয়ম, কেউ ফিক্সড প্যাকেজে — তিনটেই সাপোর্টেড।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আনপোস্টেড শিট দিয়ে HR/ফিনান্স চেক করে, তারপর পোস্ট। ডেমো: Salary process লিস্ট + একটি পে-স্লিপ।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ফিল্টার: বছর, মাস, শাখা, ডিপার্টমেন্ট, পদবি, অরগানোগ্রাম, প্রোগ্রাম, প্রজেক্ট। অডিট, ব্যাংক, বোর্ড — তিন ফরম্যাট।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অনেক প্রতিষ্ঠানে লোন এক্সেলে চলে আর পে-রোলে হাতে কাটে। এখানে পোস্টেড পে-রোল কিস্তি নিজে কেটে লেজারে বসায়।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PF ব্যালেন্স ও লোন আউটস্ট্যান্ডিং এক রিপোর্টে — ফাইনাল সেটেলমেন্ট বা নতুন লোন এলিজিবিলিটির সময় দরকারি।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PF আলাদা সফটওয়্যার নয়। স্যালারি পোস্ট হলে কন্ট্রিবিউশন লেজারে পড়ে। বছর শেষে ইন্টারেস্ট রান।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বোর্ডকে বলতে পারবেন আজকের তারিখে গ্র্যাচুইটি দায় কত। এক্সিটের দিন এক স্ক্রিনে নেট পেয়েবল — অডিট ও শ্রম মামলার জন্য শক্ত কাগজ।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কম্পিউটার, মোটরসাইকেল, ফার্নিচার — শাখায় কোথায়, কার কাছে, কত বুক ভ্যালু। বাংলাদেশের FY জুলাই–জুন নেটিভ।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এক্সটার্নাল অডিটর যে ফরম্যাট চায় তার কাছাকাছি।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দৈনন্দিন ইস্যু ইনভেন্টরিতেই হয়: প্রোডাক্ট মাস্টার, স্টক ইন, কর্মীকে ইস্যু, Stock/Product Ledger। পূর্ণাঙ্গ স্টোর ইন্ডেন্ট চাইলে আলাদা ফেজ।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কেউ চাকরি ছাড়লে সেশন কেটে অ্যাকাউন্ট ইনঅ্যাকটিভ। নোটিশ ফোনের পুশে যায়। SMS এখন নেই — প্রমিস করবেন না যদি স্কোপে না থাকে।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অনুমতি দুই স্তর: কী করতে পারবে, আর কার ডাটা দেখবে। Super Admin ছাড়া ডিলিট সাধারণত বন্ধ।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প্রতি শাখায় সবার ইমেইল না থাকলেও একটি টার্মিনাল দিয়ে দৈনন্দিন কাজ চলে।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ব্যাংক-গ্রেড SIEM নয়, কিন্তু অপারেশনাল কন্ট্রোল শক্ত।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আপনাদের IT যদি PHP/Laravel জানে, হ্যান্ডওভার সহজ। API আছে ডিভাইস ও অর্গ সিঙ্কের জন্য।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অ্যাটেনডেন্স মেশিন বদলাতে হবে না যদি ZKTeco/ADMS হয়।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বিদেশি HRIS-এ এই ফর্মগুলো কাস্টম ডেভেলপমেন্ট। এখানে আউট অফ দ্য বক্স।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আমরা যা চালাই তাই দেখাই। রিক্রুটমেন্ট/ট্রেনিং লাগলে আলাদা ফেজ। এই সততাই লম্বা কন্ট্রাক্টের ভিত্তি।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সব মডিউল একদিনে গো-লাইভ করতে হয় না। প্যারালাল রান এক মাস রাখা নিরাপদ।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তিনটা লগইন রাখুন: Super Admin, Branch Manager, Employee। ক্লায়েন্টের একজনকে Employee রোলে বসিয়ে সেলফ-সার্ভিস দেখান।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সফটওয়্যারের দাম একবার। ম্যানুয়াল সমন্বয়, জরিমানা, অডিট আপত্তি, ভুল বেতন — সেগুলো প্রতি মাসে।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আজ সিদ্ধান্ত নিতে হবে না। পাইলট সফল হলে বাকি শাখা রোলআউট।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যোগাযোগের নাম, পদবি, ফোন, ইমেইল এখানে বলুন। অ্যাপেন্ডিক্স স্লাইড প্রশ্ন এলে খুলবেন।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Nirmala UI"/>
              </a:rPr>
              <a:t>সোর্স এক্সেল পরিষ্কার রাখতে ক্লায়েন্ট HR লাগে। আমরা উইজার্ড দিয়ে ঝুঁকি কমাই।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Nirmala UI"/>
              </a:rPr>
              <a:t>SALES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irmala UI"/>
              </a:rPr>
              <a:t>Mousumi ERP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1463040" cy="6400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Nirmala UI"/>
              </a:rPr>
              <a:t>Human Resource  +  Payroll  +  Operations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EE7B7"/>
                </a:solidFill>
                <a:latin typeface="Nirmala UI"/>
              </a:rPr>
              <a:t>এক প্ল্যাটফর্মে মানুষ, সময়, বেতন, সম্পদ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irmala UI"/>
              </a:rPr>
              <a:t>Confidential  |  Sales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355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Nirmala UI"/>
              </a:rPr>
              <a:t>1 / 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সমস্যা, সমাধান, কেন এই প্রোডাক্ট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2  /  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আজকের আলোচনা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সমস্যা — আজকের বাস্তবতা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সমাধান — Mousumi ERP এক নজরে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১০টি লাইভ মডিউল (ডিটেইলে)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কে কী দেখবে — রোল ও অনুমতি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রিপোর্ট ও কমপ্লায়েন্স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টেকনোলজি, মোবাইল, সিকিউরিটি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ইমপ্লিমেন্টেশন ও পরবর্তী ধাপ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আপনাদের মতো প্রতিষ্ঠানের ব্যথা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কর্মী তথ্য এক্সেল / ফাইলে ছড়ানো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বায়োমেট্রিক মেশিন আলাদা, বেতন আলাদা, ছুটি আলাদা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শাখা, জোন, আঞ্চলিক অফিস — কে কী দেখবে তা কাগজে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স্যালারি শিট, ব্যাংক অ্যাডভাইস, PF, গ্র্যাচুইটি ম্যানুয়াল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ফিল্ড মুভমেন্ট, কি.মি., ভাউচার — হিসাব মিলাতে দেরি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অডিট এলে রিপোর্ট জোড়া লাগাতে রাত জাগা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সমাধান এক লাইনে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  / 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556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91440" cy="1234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Nirmala UI"/>
              </a:rPr>
              <a:t>এক লগইন। অনেক মডিউল। এক সত্যের উৎস।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কর্মী মাস্টার থেকে শুরু — একবার এন্ট্রি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উপস্থিতি ও মুভমেন্ট সেই কর্মীতেই জমা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ছুটি, লোন, PF, গ্র্যাচুইটি সেই লেজারেই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পে-রোল সেগুলো কেটে পে-স্লিপ বানায়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রিপোর্ট এক ক্লিকে PDF / Excel / প্রিন্ট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কেন এই প্রোডাক্ট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6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বাংলাদেশ-কেন্দ্রিক — গ্রেড-স্টেপ বেতন, আয়কর স্ল্যাব, PF, গ্র্যাচুইটি, জুলাই–জুন আর্থিক বছর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মাল্টি-ব্রাঞ্চ অরগানোগ্রাম — ED → Director → ZM → RM → BM → Department Head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বায়োমেট্রিক + মোবাইল জিওফেন্স একসাথে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ফিল্ড মুভমেন্ট + লগবুক + পেমেন্ট + পেনাল্টি — NGO/MFI ফিল্ড অপারেশন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লোন ↔ পে-রোল ↔ PF এক ইঞ্জিনে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PWA — ফিল্ড স্টাফ ফোনে অ্যাপের মতো ব্যবহার করতে পারে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লাইভ রেফারেন্স — কনসেপ্ট নয়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7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প্রোডাক্ট: Mousumi ERP / HRM Application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রেফারেন্স অর্গানাইজেশন: MOUSUMI, উকিলপাড়া, নওগাঁ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অ্যাক্সেস: ওয়েব + মোবাইল (PWA)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মডিউল লঞ্চার: Control Center — এক স্ক্রিনে সব সেকশন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হোয়াইট-লেবেল: আপনাদের নাম, লোগো, ঠিকানা, শাখা — রিপোর্ট হেডারে আপনাদের নামই ছাপা হবে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কাদের জন্য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8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উপযোগী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উদাহরণ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NGO / উন্নয়ন সংস্থা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মাল্টি-প্রজেক্ট, মাল্টি-ব্রাঞ্চ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মাইক্রোফাইন্যান্স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জোন–রিজিওন–শাখা লাইন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কর্পোরেট (মাল্টি-লোকেশন)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HO + ফ্যাক্টরি / শাখা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শিক্ষা / হাসপাতাল নেটওয়ার্ক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সেন্ট্রাল HR + লোকাল অ্যাটেনডেন্স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এক নজরে সংখ্যা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9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১০টি লাইভ ERP সেকশন + অফিস ম্যাপ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১০০+ বিজনেস মডেল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৩০০+ স্ক্রিন (ওয়েব UI)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১৫+ বিল্ট-ইন রোল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পে-রোল রিপোর্ট ১৭  ·  PF ১০  ·  গ্র্যাচুইটি ৯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লোন ১০  ·  ফিক্সড অ্যাসেট ১১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এক্সপোর্ট: PDF, Excel, প্রিন্ট, ব্যাংক অ্যাডভাইস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সেলফ-সার্ভিস পে-স্লিপ, PF, লোন, মাই অ্যাসেট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Control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এক লগইন, দশটি লাইভ মডিউল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10  / 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Control Center — লাইভ মডিউল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11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মডিউল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কাজ এক লাইনে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Human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কর্মী, অর্গ, বদলি/পদোন্নতি, অব্যাহতি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Attendance &amp; Movement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উপস্থিতি + ফিল্ড মুভমেন্ট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আবেদন, ব্যালেন্স, অনুমোদন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Employee Loan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নীতি → অনুমোদন → কিস্তি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Staff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PF, গ্র্যাচুইটি, ফাইনাল পেমেন্ট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Payroll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স্ট্রাকচার → প্রসেস → পোস্ট → পে-স্লিপ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Fixed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ক্রয় থেকে ডিসপোজাল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Inventory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স্টক ইন ও ইস্যু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ইউজার, রোল, নোটিশ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Office 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শাখা / জোন ম্যাপ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কর্মীর জীবনচক্র — Join to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12  / 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556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91440" cy="1234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Nirmala UI"/>
              </a:rPr>
              <a:t>যোগদান → প্রোফাইল → প্রবেশন → কনফার্মেশন → ক্যারিয়ার → বেতন/লোন/PF → অব্যাহতি → ফাইনাল সেটেলমেন্ট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Recruitment ATS এখন রোডম্যাপে — যোগদানের পর থেকে এক্সিট লাইভ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ফাইনাল পেমেন্ট: PF রিফান্ড + গ্র্যাচুইটি − লোন রিকভারি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এটি অনেক প্রতিষ্ঠানের সবচেয়ে কষ্টের কাজ — এখানে এক স্ক্রিনে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Human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মাস্টার ডাটা থেকে অব্যাহতি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13  / 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অর্গানাইজেশন স্ট্রাকচার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14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জোন → আঞ্চলিক অফিস → শাখা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হেড অফিস ডিপার্টমেন্ট ও পদবি (Designation)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কর্মীর ধরন, প্রোগ্রাম, প্রজেক্ট — ডোনার/প্রজেক্ট রিপোর্টের জন্য ট্যাগ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অর্গানাইজেশন চার্ট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শাখায় জিওফেন্স (মোবাইল অ্যাটেনডেন্স)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শাখাভেদে উইকএন্ড, অ্যাটেনডেন্স রুল, পে-রোল ব্যাংক অ্যাকাউন্ট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কর্মী মাস্টার — ৩৬০° প্রোফাইল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15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ব্যক্তিগত তথ্য, ছবি, NID, মোবাইল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ঠিকানা: উপজেলা–ইউনিয়ন–গ্রাম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শিক্ষা, অভিজ্ঞতা, প্রশিক্ষণ রেকর্ড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নমিনি (PF/গ্র্যাচুইটির জন্য)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গ্যারান্টর ও গ্যারান্টর চেক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ব্যাংক অ্যাকাউন্ট → ব্যাংক অ্যাডভাইস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জামানত / কল্যাটারাল (স্টাফ লোন)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স্যালারি অ্যাসাইনমেন্ট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বায়োমেট্রিক ID / ডিভাইস ইউজার ID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ডকুমেন্ট আপলোড-ডাউনলোড, স্ট্যাটাস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ইমপোর্ট, এক্সপোর্ট, ব্ল্যাঙ্ক ফর্ম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16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Excel এক্সপোর্ট — পুরো তালিকা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Excel ইমপোর্ট উইজার্ড — প্রিভিউ → রিভিউ → কমিট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প্রিন্টযোগ্য খালি HR ফর্ম — ম্যানুয়াল সংগ্রহের পর এন্ট্রি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মাইগ্রেশনে শত শত কর্মী তোলা যায়; ভুল রো আগে দেখায়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ক্যারিয়ার ইভেন্ট — অনুমোদনসহ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17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ইভেন্ট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কী হয়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প্রবেশন → স্থায়ী; বেতন/পদোন্নতির সাথে যুক্ত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Promotion / Demotion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আবেদন → অনুমোদন → সম্পন্ন; হিস্ট্রি থাকে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একক + বাল্ক বদলি — প্রজেক্ট শিফট/মার্জার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Disciplinary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শাস্তির রেজিস্টার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Separation (অব্যাহতি)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এক্সিট ওয়ার্কফ্লো → ফাইনাল পেমেন্ট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হলিডে ক্যালেন্ডার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18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পাবলিক হলিডে CRUD + ক্যালেন্ডার ভিউ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শাখা-প্রযোজ্য ছুটি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মাসিক অ্যাটেনডেন্সে স্বয়ংক্রিয় Holiday স্ট্যাটাস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উইকএন্ড আলাদা — শাখাভেদে শুক্র-শনি বা অন্য দিন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Attendance &amp;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মেশিন + মোবাইল + মাঠ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19  /  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তিনভাবে উপস্থিতি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20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ZKTeco বায়োমেট্রিক মেশিন — ফিঙ্গার / ফেস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iClock ADMS — ডিভাইস নিজে সার্ভারে পাঠায়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মোবাইল সেলফ-পাঞ্চ — GPS জিওফেন্স + প্রতিদিন এক ডিভাইস লক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HR ম্যানুয়াল এন্ট্রি; সুপার অ্যাডমিন বাল্ক অ্যাটেনডেন্স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অফিস স্টাফ মেশিনে, ফিল্ড স্টাফ ফোনে — এক গ্রিডে মিলে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ডিভাইস ও সেটিংস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21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ডিভাইস রেজিস্টার, কানেকশন টেস্ট, সিঙ্ক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কর্মীকে ডিভাইসে পাঠানো, বায়োমেট্রিক ID ম্যাপিং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কাজ শুরু/শেষ, লেট থ্রেশহোল্ড, হাফ-ডে আওয়ার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শাখাভেদে উইকএন্ড; কর্মীবৈশিষ্ট্য ইন-আউট টাইম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শিফট-রোস্টার (রোটেটিং) এখন রোডম্যাপ — ওভারসেল নয়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দৈনিক ও মাসিক ভিউ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22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Daily portal — শাখা/ডিপার্টমেন্ট ফিল্টার; daily branch summary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Monthly grid — দিনে দিনে স্ট্যাটাস; sheet report + PDF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স্ট্যাটাস: Present · Absent · Late · Half Day · Leave · On Duty · Weekend · Holiday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প্রাধান্য: ছুটির দিন → লিভ → মুভমেন্ট → উইকএন্ড → পাঞ্চ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ওভারটাইম ঘণ্টা রিপোর্টে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ফিল্ড মুভমেন্ট + লগবুক + পেনাল্টি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23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ওয়ার্কফ্লো: আবেদন → অনুমোদন → সক্রিয় → সম্পন্ন/বন্ধ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স্থান, কি.মি., মিটার রিডিং; প্রিন্টযোগ্য ফর্ম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লগবুক রেজিস্টার — প্রিন্ট ও Excel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লগবুক পেমেন্ট — ভাউচার, রেকমেন্ড, অনুমোদন/বাতিল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পেনাল্টি: বকেয়া থাকলে অ্যাকাউন্ট লক; পেমেন্ট ভেরিফাই হলে খোলে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Leave · Payroll · Loan ·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সময়ের পর টাকা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24  /  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লিভ — পুরো চক্র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25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লিভ টাইপ কনফিগারযোগ্য (ক্যাজুয়াল, সিক, আনপেইড…)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মাল্টি-টিয়ার অনুমোদন — কে কোন স্তরে অ্যাপ্রুভ করবে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ব্যালেন্স: বরাদ্দ, বাল্ক অ্যালোকেট, বছর রিসেট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আবেদন: সংযুক্তি, ক্যানসেল, PDF; অটো-অ্যাপ্রুভ এলিজিবিলিটি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ইমেইল নোটিফিকেশন; শাখা ও কর্মী ড্যাশবোর্ড; PDF/Excel রিপোর্ট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বেতন কাঠামো — বাংলাদেশ গ্রেড-স্টেপ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26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Payscale → Grade → Step → Salary Heads → Employee Structure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আয় ও কর্তন হেড (PF, ট্যাক্স, লোন ফ্ল্যাগ)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হেড মডিফিকেশন — মাসিক সমন্বয়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প্রবেশন স্যালারি রুল + ইনডিভিজুয়াল ওভাররাইড; ফিক্সড স্যালারি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Salary withheld — বেতন/বোনাস হোল্ড, কারণসহ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শাখাভিত্তিক পে-রোল ব্যাংক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মাসিক প্রসেস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27  / 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556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91440" cy="1234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Nirmala UI"/>
              </a:rPr>
              <a:t>Process (ড্রাফট)  →  রিভিউ পে-স্লিপ  →  Post  →  Bank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ভুল হলে Rollback — পোস্টের আগে ব্যাংকে টাকা যায় না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পোস্টে স্বয়ংক্রিয়: PF, আয়কর (স্ল্যাব), লোন কিস্তি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বোনাস আলাদা রান: টাইপ → কনফিগ → ক্যালক → পোস্ট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কর্মী সেলফ-সার্ভিস: পে-স্লিপ দেখা ও ডাউনলোড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১৭টি পে-রোল রিপোর্ট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28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Grade Step Calculation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Salary Sheet — Posted / Un-posted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Employee-wise Posted / Unposted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Date Range · Branch topsheet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Month-wise · Designation-wise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Bank Advice — Salary ও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Addition Register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Deduction Register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Advance Salary Report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Bonus Register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Final Payment Report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Salary Certificate (ভিসা/ঋণ)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LOAN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স্টাফ লোন — লাইফসাইকেল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29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নীতি → কমিটি → আবেদন → অনুমোদন → ডিসবার্স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পে-রোল কিস্তি অথবা ম্যানুয়াল/ব্যাচ/অ্যাডভান্স কালেকশন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ওয়েভ / রিবেট / ফুল পেমেন্ট → ক্লোজ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লিগ্যাসি লোন মাইগ্রেশন — পুরনো খাতা তোলা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লোন রোলব্যাক; কর্মী থেকে কর্মীতে ট্রান্সফার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LOAN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লোন রিপোর্ট — ১০টি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30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Loan Ledger · Disburse Register · Recoverable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Collection Register · Loan &amp; PF Balance (একসাথে)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Full Paid Register · Rebate Register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Statement — Employee / Component / Branch wise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STAFF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প্রভিডেন্ট ফান্ড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31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ওপেনিং ব্যালেন্স ও ম্যানুয়াল এন্ট্রি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পে-রোল থেকে কন্ট্রিবিউশন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বার্ষিক সুদ — কর্মী ৫০% / প্রতিষ্ঠান ৫০%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উত্তোলন; কর্মী সেলফ-সার্ভিস লেজার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PF Ledger · Contribution &amp; Loan Deduction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Deduction / Interest / Refund Register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Balance (Details, Branch, Department)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Transaction Register — মোট ১০টি রিপোর্ট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STAFF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গ্র্যাচুইটি ও ফাইনাল সেটেলমেন্ট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32  / 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111556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91440" cy="1234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Nirmala UI"/>
              </a:rPr>
              <a:t>PF রিফান্ড  +  গ্র্যাচুইটি  −  লোন রিকভারি  =  নেট পেয়েবল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চাকুরিকাল × বেসিক × কনফিগারযোগ্য টিয়ার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প্রজেক্টেড লায়াবিলিটি — শাখা ও ডিপার্টমেন্ট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Employee Financial Statement — PF + গ্র্যাচুইটি + লোন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0" i="0">
                <a:solidFill>
                  <a:srgbClr val="334155"/>
                </a:solidFill>
                <a:latin typeface="Nirmala UI"/>
              </a:rPr>
              <a:t>•  ৯টি গ্র্যাচুইটি রিপোর্ট: ledger, entitlements, eligible, liability, settlement…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Assets · Inventory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সম্পদ, স্টক, নিয়ন্ত্রণ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33  / 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FIXED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ফিক্সড অ্যাসেট — ক্রয় থেকে ডিসপোজাল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34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সেটিংস: ক্যাটাগরি, ভেন্ডর, জুলাই–জুন আর্থিক বছর, কাস্টোডিয়ান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ক্রয়, রেজিস্টার, স্টক সামারি, অ্যাসাইনমেন্ট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মেইনটেন্যান্স, ইন্স্যুরেন্স, ওয়ারেন্টি, গ্যারান্টি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ডেপ্রিসিয়েশন: ক্যালক / পোস্ট / রোলব্যাক / ম্যানুয়াল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ট্রান্সফার (শাখা/প্রজেক্ট/কাস্টোডিয়ান), ডিসপোজাল, রিভ্যালুয়েশন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কর্মী: My Assets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FIXED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অ্যাসেট রিপোর্ট — ১১টি (অডিট শিডিউলসহ)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35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Asset Tracking — ক্রয়, লোকেশন, বুক ভ্যালু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Purchase List — Branch / Category / Month wise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Disposal Asset List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Category &amp; Branch schedules — detail, summary, Audit variant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অডিট শিডিউল: কস্ট ও ডেপ্রিসিয়েশন ব্যালেন্স FY ধরে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ইনভেন্টরি বনাম অ্যাসেট বনাম স্টোর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36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/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Fixed Asset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Inventory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Store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উদাহরণ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ল্যাপটপ, বাইক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কলম, ফর্ম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পূর্ণাঙ্গ রিকুইজিশন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ডেপ্রিসিয়েশন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হ্যাঁ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না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এখন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রোডম্যাপ টাইল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Administration ও অফিস ম্যাপ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37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ইউজার CRUD, স্ট্যাটাস অন/অফ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পোস্টিং থেকে শাখা অ্যাকাউন্ট সিঙ্ক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বাল্ক ইমেইল; রোল CRUD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Sync Default Roles / Line Roles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মডিউল লক (blocked sections)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সেশন দেখা ও রিভোক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অ্যাডমিন নোটিশ + অ্যাটাচমেন্ট + Web Push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প্রোফাইল, পাসওয়ার্ড, থিম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Office Map — Leaflet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হেড অফিস, জোন, শাখা এক নজরে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সেলস মিটিংয়ে নেটওয়ার্কের আকার দেখান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ইন-অ্যাপ নোটিফিকেশন + আনরিড কাউন্ট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Roles · Security ·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কে কী দেখবে, কীভাবে চলে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38  /  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কে কী দেখবে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39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রোল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উদ্দেশ্য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Super Admin / HR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ফুল অ্যাক্সেস; HR Admin ডিলিট/ইউজার নয়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Accountant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লোন, PF, অ্যাসেট, ইনভেন্টরি, অ্যাটেনডেন্স, লিভ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ED / Director / ZM / RM / 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লাইন অথরিটি + ভৌগোলিক স্কোপ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Dept Head / Team Leader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HO টিম অনুমোদন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Branch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PIN-only শাখা টার্মিনাল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Employee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সেলফ-সার্ভিস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শাখা টার্মিনাল ও সেলফ-সার্ভিস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40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Branch Account — শেয়ার্ড PIN লগইন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অ্যাটেনডেন্স, ইনভেন্টরি, অ্যাসেট এন্ট্রি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পে-রোল শিট দেখা, লিভ ব্যালেন্স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HO-এর ফুল ERP শাখায় খোলা থাকে না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কর্মী: জিওফেন্সড পাঞ্চ, লিভ, মুভমেন্ট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পে-স্লিপ, PF/গ্র্যাচুইটি লেজার, নিজের লোন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My Assets, প্রোফাইল, নোটিশ, হলিডে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HR-এর কাছে ‘পে-স্লিপ দিন’ কমে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সিকিউরিটি ও কন্ট্রোল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41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৮০+ পারমিশন কি; মডিউল-লেভেল লক; মাল্টি-রোল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সেশন রিভোক; পাসওয়ার্ড রিসেট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জিওফেন্স + ডিভাইস ফিঙ্গারপ্রিন্ট লক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মুভমেন্ট পেনাল্টি লক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মডিউল-ভিত্তিক হিস্ট্রি (কনফার্মেশন, বদলি, পদোন্নতি, অ্যাসেট, লোন)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সীমা: সেন্ট্রাল ‘সব কিছুর অডিট লগ’ UI আলাদা নেই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টেকনোলজি স্ট্যাক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42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স্তর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প্রযুক্তি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ব্যাকএন্ড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Laravel 12, PHP 8.2+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ফ্রন্টএন্ড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React 19, TypeScript, Inertia.js, Tailwind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অথ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সেশন + Laravel Sanctum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PDF / Excel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DomPDF, mPDF, Chrome/Browsershot, SimpleXLSXGen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মোবাইল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PWA — স্টোর ছাড়াই ফোনে ইনস্টল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ম্যাপ / Push / Queue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Leaflet, Web Push, database queue, Redis-ready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ইন্টিগ্রেশন ও মাল্টি-ব্রাঞ্চ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43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ZKTeco সিঙ্ক + কর্মী পুশ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iClock ADMS প্রোটোকল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শাখা/ডিভাইস কর্মী API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MisLoan ফিল্ড অফিসার সিঙ্ক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অন্য ব্র্যান্ড / GL পোস্ট = আলাদা স্কোপ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মাল্টি-ব্রাঞ্চ, জোন, রিজিওন — হ্যাঁ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মাল্টি-কোম্পানি SaaS — এখন নয়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এক লিগ্যাল এন্টিটি + অনেক শাখা = ফিট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গ্রুপ অফ কোম্পানিজ = আলাদা ইনস্টল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ক্রস-রিপোর্ট হাব + মডিউল গ্যালারি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বাংলাদেশ কমপ্লায়েন্স ফিট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44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আয়কর স্ল্যাব (XLSX থেকে সিড)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PF কন্ট্রিবিউশন ও সুদ; গ্র্যাচুইটি টিয়ার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জুলাই–জুন ফিনান্সিয়াল ইয়ার (অ্যাসেট)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শুক্র-শনি উইকএন্ড ডিফল্ট, শাখায় পরিবর্তনযোগ্য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টাকার ফরম্যাট / অঙ্কে লেখা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রিপোর্টে স্বাক্ষর ব্লক: Prepared / Verified / Approved (HR, F&amp;A, ED)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Scope · Pilot ·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যা আছে, যা নেই, কীভাবে শুরু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45  /  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যা লাইভ — যা রোডম্যাপ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46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আইটেম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অবস্থা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HR, Attendance, Movement,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লাইভ — আজই ডেমো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Payroll, Bonus, Loan, PF, Gratuity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Fixed Asset, Inventory, Admin, Map, 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লাইভ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Recruitment ATS / Training LMS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সেকশন টাইল; ফুল মডিউল নয়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শিফট রোস্টার / SMS / মাল্টি-কোম্পানি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এই রিলিজে নেই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সেন্ট্রাল অডিট লগ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নেই — হিস্ট্রি মডিউলভিত্তিক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ইমপ্লিমেন্টেশন ফেজ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47  /  56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029200"/>
                <a:gridCol w="4663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ফেজ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কাজ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ফলাফল</a:t>
                      </a:r>
                    </a:p>
                  </a:txBody>
                  <a:tcPr>
                    <a:solidFill>
                      <a:srgbClr val="0478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ডিসকভারি: শাখা, রোল, পে-স্কেল, লিভ পলিসি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স্কোপ ডক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মাস্টার: অর্গ, কর্মী ইমপোর্ট, ইউজার/রোল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HR চালু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ডিভাইস + জিওফেন্স + লিভ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সময় ও ছুটি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পে-রোল স্ট্রাকচার, প্যারালাল এক মাস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স্যালারি চালু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লোন মাইগ্রেশন + PF ওপেনিং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স্টাফ ফান্ড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5–6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অ্যাসেট, ইনভেন্টরি, ট্রেনিং, গো-লাইভ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F172A"/>
                          </a:solidFill>
                          <a:latin typeface="Nirmala UI"/>
                        </a:rPr>
                        <a:t>স্ট্যাবিলাইজ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২০ মিনিট ডেমো স্ক্রিপ্ট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48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1. Control Center — রোল টাইল (১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2. কর্মী প্রোফাইল ট্যাব (২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3. Monthly attendance + ডিভাইস (৩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4. লিভ আবেদন অনুমোদন (২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5. মুভমেন্ট ও লগবুক (২ মি)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6. পে-রোল গ্যালারি + পে-স্লিপ (৩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7. লোন লেজার / PF ব্যালেন্স (২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8. ফাইনাল পেমেন্ট কনসেপ্ট (১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9. ফিক্সড অ্যাসেট রেজিস্টার (২ মি)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10. অফিস ম্যাপ + PWA (২ মি)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ব্যবসায়িক সুফল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49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পে-রোল দিন নয়, ঘণ্টায়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ব্যাংক অ্যাডভাইস কপি-পেস্ট ভুল কমে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মাসিক অ্যাটেনডেন্স মিটিং ছাড়াই লক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অব্যাহতিতে ফাইনাল বিল নিয়ে বিরোধ কমে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অডিট প্যাক: স্যালারি, PF, গ্র্যাচুইটি, অ্যাসেট শিডিউল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শাখা থেকে HO একই সত্য দেখে; ফিল্ড পাঞ্চ স্বচ্ছ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পরবর্তী ধাপ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50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১. ডিসকভারি ওয়ার্কশপ — আপনাদের পলিসি ও শাখা ম্যাপ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২. স্যাণ্ডবক্স ডেমো — আপনাদের লোগোসহ টেস্ট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৩. পাইলট — ১ হেড অফিস + ১/২ শাখা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৪. কমার্শিয়াল প্রপোজাল — লাইসেন্স, ইমপ্লিমেন্টেশন, সাপোর্ট, হোস্টিং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পাইলটের সাফল্য: এক মাসের স্যালারি শিট সিস্টেম থেকে উঠল কি না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irmala UI"/>
              </a:rPr>
              <a:t>Mousumi ERP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463040" cy="6400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Nirmala UI"/>
              </a:rPr>
              <a:t>এক প্ল্যাটফর্মে  HR  ·  Time  ·  Pay  ·  Fund  · 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EE7B7"/>
                </a:solidFill>
                <a:latin typeface="Nirmala UI"/>
              </a:rPr>
              <a:t>প্রশ্ন?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Nirmala UI"/>
              </a:rPr>
              <a:t>নাম  ·  পদবি  ·  ফোন  ·  ইমেইল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355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4748B"/>
                </a:solidFill>
                <a:latin typeface="Nirmala UI"/>
              </a:rPr>
              <a:t>51 / 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45309"/>
                </a:solidFill>
                <a:latin typeface="Nirmala UI"/>
              </a:rPr>
              <a:t>PART 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irmala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Nirmala UI"/>
              </a:rPr>
              <a:t>IT, FAQ, মাইগ্রেশন — প্রশ্ন এলে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Nirmala UI"/>
              </a:rPr>
              <a:t>52  /  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A1–A3  ·  হেড, অ্যাটেনডেন্স রুল, অরগানোগ্রাম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53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নতুন অ্যালাউন্স = নতুন স্যালারি হেড + স্ট্রাকচার লাইন — কোড চেঞ্জ লাগে না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অ্যাটেনডেন্স: Holiday → Leave → On Duty → Weekend → পাঞ্চ (Present/Late/Half/Absent)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মাইক্রোফাইন্যান্স লাইন: কর্মী → TL/BM → RM → ZM → AD → Director → 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ZM অন্য জোনের কর্মী দেখেন না — স্কোপ পোস্টিং দিয়ে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পদবির নাম আলাদা হলে (Area Manager ইত্যাদি) ম্যাপিং করে দিই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A4–A5  ·  API ও হোস্টিং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54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POST /api/zkteco/sync · ডিভাইস PIN ম্যাপ · শাখা অনুযায়ী কর্মী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iClock: cdata, getrequest, devicecmd, ping · Sanctum টোকেন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ফায়ারওয়ালে ডিভাইস→সার্ভার পোর্ট; ADMS হলে মেশিন আউটবাউন্ড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আলোচনা: ক্লাউড vs অন-প্রিম, SSL, ব্যাকআপ, স্টেজিং, কিউ ওয়ার্কার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পে-রোল PDF-এর জন্য Chrome/Browsershot; প্রোডাক্ট ও হোস্টিং আলাদা লাইন হতে পারে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A9  ·  ডেটা মাইগ্রেশন চেকলিস্ট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55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কর্মী মাস্টার (এক্সেল উইজার্ড) ও ব্যাংক অ্যাকাউন্ট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পে-স্কেল ম্যাপিং; লিভ ব্যালেন্স ওপেনিং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লোন ওপেনিং (মাইগ্রেশন মডিউল); PF ওপেনিং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অ্যাসেট রেজিস্টার; বায়োমেট্রিক ID ম্যাপ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0" i="0">
                <a:solidFill>
                  <a:srgbClr val="334155"/>
                </a:solidFill>
                <a:latin typeface="Nirmala UI"/>
              </a:rPr>
              <a:t>•  ইউজার ↔ কর্মী লিংক  ·  মাইগ্রেশনই প্রজেক্টের ~৫০% ঝুঁকি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Nirmala U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Nirmala UI"/>
              </a:rPr>
              <a:t>A10  ·  প্রশ্নোত্তর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Nirmala UI"/>
              </a:rPr>
              <a:t>Mousumi ERP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Nirmala UI"/>
              </a:rPr>
              <a:t>56  / 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মাল্টি-কোম্পানি? প্রতি এন্টিটিতে আলাদা ইনস্টল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প্লে স্টোর অ্যাপ? PWA; নেটিভ অ্যাপ আলাদা স্কোপ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অফলাইন পাঞ্চ? জিওফেন্স অনলাইন; ফুল অফলাইন আলাদা আলোচনা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অন্য বায়োমেট্রিক? ZKTeco/iClock রেডি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Tally/QuickBooks? GL পোস্ট আলাদা ইন্টিগ্রেশন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বাংলা UI? অপারেশন ইংরেজি; বাংলা UI আলাদা স্কোপ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রিক্রুটমেন্ট? রোডম্যাপ; অফারের পর মাস্টার এন্ট্রি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4155"/>
                </a:solidFill>
                <a:latin typeface="Nirmala UI"/>
              </a:rPr>
              <a:t>•  কাস্টম রোল? হ্যাঁ — Admin →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